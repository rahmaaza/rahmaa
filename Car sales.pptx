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9"/>
  </p:notesMasterIdLst>
  <p:handoutMasterIdLst>
    <p:handoutMasterId r:id="rId10"/>
  </p:handoutMasterIdLst>
  <p:sldIdLst>
    <p:sldId id="256" r:id="rId5"/>
    <p:sldId id="277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Car sales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Rahma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/>
          <a:lstStyle/>
          <a:p>
            <a:r>
              <a:rPr lang="en-ID" b="1" dirty="0"/>
              <a:t>Car Sales Pro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346008"/>
            <a:ext cx="6206837" cy="3777701"/>
          </a:xfrm>
        </p:spPr>
        <p:txBody>
          <a:bodyPr>
            <a:normAutofit fontScale="92500" lnSpcReduction="10000"/>
          </a:bodyPr>
          <a:lstStyle/>
          <a:p>
            <a:r>
              <a:rPr lang="en-ID" b="1" dirty="0" err="1"/>
              <a:t>Judul</a:t>
            </a:r>
            <a:r>
              <a:rPr lang="en-ID" b="1" dirty="0"/>
              <a:t> Utama:</a:t>
            </a:r>
            <a:r>
              <a:rPr lang="en-ID" dirty="0"/>
              <a:t> </a:t>
            </a:r>
            <a:r>
              <a:rPr lang="en-ID" dirty="0" err="1"/>
              <a:t>Modernisasi</a:t>
            </a:r>
            <a:r>
              <a:rPr lang="en-ID" dirty="0"/>
              <a:t> Data: Dari Manual </a:t>
            </a:r>
            <a:r>
              <a:rPr lang="en-ID" dirty="0" err="1"/>
              <a:t>ke</a:t>
            </a:r>
            <a:r>
              <a:rPr lang="en-ID" dirty="0"/>
              <a:t> Bubble CRUD System</a:t>
            </a:r>
          </a:p>
          <a:p>
            <a:r>
              <a:rPr lang="en-ID" b="1" dirty="0" err="1"/>
              <a:t>Penyampai</a:t>
            </a:r>
            <a:r>
              <a:rPr lang="en-ID" b="1" dirty="0"/>
              <a:t>:</a:t>
            </a:r>
            <a:r>
              <a:rPr lang="en-ID" dirty="0"/>
              <a:t> [RAHMA]</a:t>
            </a:r>
          </a:p>
          <a:p>
            <a:r>
              <a:rPr lang="en-ID" b="1" dirty="0" err="1"/>
              <a:t>Poin-Poin</a:t>
            </a:r>
            <a:r>
              <a:rPr lang="en-ID" b="1" dirty="0"/>
              <a:t> Utama:</a:t>
            </a:r>
            <a:endParaRPr lang="en-ID" dirty="0"/>
          </a:p>
          <a:p>
            <a:r>
              <a:rPr lang="en-ID" b="1" dirty="0"/>
              <a:t>Visual yang </a:t>
            </a:r>
            <a:r>
              <a:rPr lang="en-ID" b="1" dirty="0" err="1"/>
              <a:t>Memikat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Mengadopsi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i="1" dirty="0" err="1"/>
              <a:t>Glassmorphism</a:t>
            </a:r>
            <a:r>
              <a:rPr lang="en-ID" dirty="0"/>
              <a:t> dan </a:t>
            </a:r>
            <a:r>
              <a:rPr lang="en-ID" i="1" dirty="0"/>
              <a:t>Bubble Style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kenyamanan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admin (UX).</a:t>
            </a:r>
          </a:p>
          <a:p>
            <a:r>
              <a:rPr lang="en-ID" b="1" dirty="0" err="1"/>
              <a:t>Navigasi</a:t>
            </a:r>
            <a:r>
              <a:rPr lang="en-ID" b="1" dirty="0"/>
              <a:t> Sidebar: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menu </a:t>
            </a:r>
            <a:r>
              <a:rPr lang="en-ID" dirty="0" err="1"/>
              <a:t>vertikal</a:t>
            </a:r>
            <a:r>
              <a:rPr lang="en-ID" dirty="0"/>
              <a:t> yang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Dashboard, </a:t>
            </a:r>
            <a:r>
              <a:rPr lang="en-ID" dirty="0" err="1"/>
              <a:t>Katalog</a:t>
            </a:r>
            <a:r>
              <a:rPr lang="en-ID" dirty="0"/>
              <a:t> Mobil, dan Data </a:t>
            </a:r>
            <a:r>
              <a:rPr lang="en-ID" dirty="0" err="1"/>
              <a:t>Pelanggan</a:t>
            </a:r>
            <a:r>
              <a:rPr lang="en-ID" dirty="0"/>
              <a:t>.</a:t>
            </a:r>
          </a:p>
          <a:p>
            <a:r>
              <a:rPr lang="en-ID" b="1" dirty="0" err="1"/>
              <a:t>Efisiensi</a:t>
            </a:r>
            <a:r>
              <a:rPr lang="en-ID" b="1" dirty="0"/>
              <a:t> </a:t>
            </a:r>
            <a:r>
              <a:rPr lang="en-ID" b="1" dirty="0" err="1"/>
              <a:t>Pencatatan</a:t>
            </a:r>
            <a:r>
              <a:rPr lang="en-ID" b="1" dirty="0"/>
              <a:t>:</a:t>
            </a:r>
            <a:r>
              <a:rPr lang="en-ID" dirty="0"/>
              <a:t> Proses input dan edit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kini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intuitif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formulir</a:t>
            </a:r>
            <a:r>
              <a:rPr lang="en-ID" dirty="0"/>
              <a:t> "</a:t>
            </a:r>
            <a:r>
              <a:rPr lang="en-ID" dirty="0" err="1"/>
              <a:t>bergelembung</a:t>
            </a:r>
            <a:r>
              <a:rPr lang="en-ID" dirty="0"/>
              <a:t>" yang </a:t>
            </a:r>
            <a:r>
              <a:rPr lang="en-ID" dirty="0" err="1"/>
              <a:t>meminimalisir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input.</a:t>
            </a:r>
          </a:p>
          <a:p>
            <a:r>
              <a:rPr lang="en-ID" b="1" dirty="0"/>
              <a:t>Narasi </a:t>
            </a:r>
            <a:r>
              <a:rPr lang="en-ID" b="1" dirty="0" err="1"/>
              <a:t>Singkat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i="1" dirty="0"/>
              <a:t>"Rekan-</a:t>
            </a:r>
            <a:r>
              <a:rPr lang="en-ID" i="1" dirty="0" err="1"/>
              <a:t>rekan</a:t>
            </a:r>
            <a:r>
              <a:rPr lang="en-ID" i="1" dirty="0"/>
              <a:t> </a:t>
            </a:r>
            <a:r>
              <a:rPr lang="en-ID" i="1" dirty="0" err="1"/>
              <a:t>sekalian</a:t>
            </a:r>
            <a:r>
              <a:rPr lang="en-ID" i="1" dirty="0"/>
              <a:t>, </a:t>
            </a:r>
            <a:r>
              <a:rPr lang="en-ID" i="1" dirty="0" err="1"/>
              <a:t>hari</a:t>
            </a:r>
            <a:r>
              <a:rPr lang="en-ID" i="1" dirty="0"/>
              <a:t> </a:t>
            </a:r>
            <a:r>
              <a:rPr lang="en-ID" i="1" dirty="0" err="1"/>
              <a:t>ini</a:t>
            </a:r>
            <a:r>
              <a:rPr lang="en-ID" i="1" dirty="0"/>
              <a:t> </a:t>
            </a:r>
            <a:r>
              <a:rPr lang="en-ID" i="1" dirty="0" err="1"/>
              <a:t>saya</a:t>
            </a:r>
            <a:r>
              <a:rPr lang="en-ID" i="1" dirty="0"/>
              <a:t> </a:t>
            </a:r>
            <a:r>
              <a:rPr lang="en-ID" i="1" dirty="0" err="1"/>
              <a:t>memperkenalkan</a:t>
            </a:r>
            <a:r>
              <a:rPr lang="en-ID" i="1" dirty="0"/>
              <a:t> Car Sales Pro. </a:t>
            </a:r>
            <a:r>
              <a:rPr lang="en-ID" i="1" dirty="0" err="1"/>
              <a:t>Bukan</a:t>
            </a:r>
            <a:r>
              <a:rPr lang="en-ID" i="1" dirty="0"/>
              <a:t> </a:t>
            </a:r>
            <a:r>
              <a:rPr lang="en-ID" i="1" dirty="0" err="1"/>
              <a:t>sekadar</a:t>
            </a:r>
            <a:r>
              <a:rPr lang="en-ID" i="1" dirty="0"/>
              <a:t> database, </a:t>
            </a:r>
            <a:r>
              <a:rPr lang="en-ID" i="1" dirty="0" err="1"/>
              <a:t>ini</a:t>
            </a:r>
            <a:r>
              <a:rPr lang="en-ID" i="1" dirty="0"/>
              <a:t> </a:t>
            </a:r>
            <a:r>
              <a:rPr lang="en-ID" i="1" dirty="0" err="1"/>
              <a:t>adalah</a:t>
            </a:r>
            <a:r>
              <a:rPr lang="en-ID" i="1" dirty="0"/>
              <a:t> </a:t>
            </a:r>
            <a:r>
              <a:rPr lang="en-ID" i="1" dirty="0" err="1"/>
              <a:t>alat</a:t>
            </a:r>
            <a:r>
              <a:rPr lang="en-ID" i="1" dirty="0"/>
              <a:t> </a:t>
            </a:r>
            <a:r>
              <a:rPr lang="en-ID" i="1" dirty="0" err="1"/>
              <a:t>manajemen</a:t>
            </a:r>
            <a:r>
              <a:rPr lang="en-ID" i="1" dirty="0"/>
              <a:t> </a:t>
            </a:r>
            <a:r>
              <a:rPr lang="en-ID" i="1" dirty="0" err="1"/>
              <a:t>dengan</a:t>
            </a:r>
            <a:r>
              <a:rPr lang="en-ID" i="1" dirty="0"/>
              <a:t> </a:t>
            </a:r>
            <a:r>
              <a:rPr lang="en-ID" i="1" dirty="0" err="1"/>
              <a:t>tampilan</a:t>
            </a:r>
            <a:r>
              <a:rPr lang="en-ID" i="1" dirty="0"/>
              <a:t> modern yang </a:t>
            </a:r>
            <a:r>
              <a:rPr lang="en-ID" i="1" dirty="0" err="1"/>
              <a:t>dirancang</a:t>
            </a:r>
            <a:r>
              <a:rPr lang="en-ID" i="1" dirty="0"/>
              <a:t> </a:t>
            </a:r>
            <a:r>
              <a:rPr lang="en-ID" i="1" dirty="0" err="1"/>
              <a:t>untuk</a:t>
            </a:r>
            <a:r>
              <a:rPr lang="en-ID" i="1" dirty="0"/>
              <a:t> </a:t>
            </a:r>
            <a:r>
              <a:rPr lang="en-ID" i="1" dirty="0" err="1"/>
              <a:t>mempercepat</a:t>
            </a:r>
            <a:r>
              <a:rPr lang="en-ID" i="1" dirty="0"/>
              <a:t> </a:t>
            </a:r>
            <a:r>
              <a:rPr lang="en-ID" i="1" dirty="0" err="1"/>
              <a:t>alur</a:t>
            </a:r>
            <a:r>
              <a:rPr lang="en-ID" i="1" dirty="0"/>
              <a:t> </a:t>
            </a:r>
            <a:r>
              <a:rPr lang="en-ID" i="1" dirty="0" err="1"/>
              <a:t>kerja</a:t>
            </a:r>
            <a:r>
              <a:rPr lang="en-ID" i="1" dirty="0"/>
              <a:t> </a:t>
            </a:r>
            <a:r>
              <a:rPr lang="en-ID" i="1" dirty="0" err="1"/>
              <a:t>kita</a:t>
            </a:r>
            <a:r>
              <a:rPr lang="en-ID" i="1" dirty="0"/>
              <a:t>. </a:t>
            </a:r>
            <a:r>
              <a:rPr lang="en-ID" i="1" dirty="0" err="1"/>
              <a:t>Dengan</a:t>
            </a:r>
            <a:r>
              <a:rPr lang="en-ID" i="1" dirty="0"/>
              <a:t> </a:t>
            </a:r>
            <a:r>
              <a:rPr lang="en-ID" i="1" dirty="0" err="1"/>
              <a:t>desain</a:t>
            </a:r>
            <a:r>
              <a:rPr lang="en-ID" i="1" dirty="0"/>
              <a:t> yang segar, admin </a:t>
            </a:r>
            <a:r>
              <a:rPr lang="en-ID" i="1" dirty="0" err="1"/>
              <a:t>tidak</a:t>
            </a:r>
            <a:r>
              <a:rPr lang="en-ID" i="1" dirty="0"/>
              <a:t> </a:t>
            </a:r>
            <a:r>
              <a:rPr lang="en-ID" i="1" dirty="0" err="1"/>
              <a:t>akan</a:t>
            </a:r>
            <a:r>
              <a:rPr lang="en-ID" i="1" dirty="0"/>
              <a:t> </a:t>
            </a:r>
            <a:r>
              <a:rPr lang="en-ID" i="1" dirty="0" err="1"/>
              <a:t>lagi</a:t>
            </a:r>
            <a:r>
              <a:rPr lang="en-ID" i="1" dirty="0"/>
              <a:t> </a:t>
            </a:r>
            <a:r>
              <a:rPr lang="en-ID" i="1" dirty="0" err="1"/>
              <a:t>merasa</a:t>
            </a:r>
            <a:r>
              <a:rPr lang="en-ID" i="1" dirty="0"/>
              <a:t> </a:t>
            </a:r>
            <a:r>
              <a:rPr lang="en-ID" i="1" dirty="0" err="1"/>
              <a:t>jenuh</a:t>
            </a:r>
            <a:r>
              <a:rPr lang="en-ID" i="1" dirty="0"/>
              <a:t> </a:t>
            </a:r>
            <a:r>
              <a:rPr lang="en-ID" i="1" dirty="0" err="1"/>
              <a:t>saat</a:t>
            </a:r>
            <a:r>
              <a:rPr lang="en-ID" i="1" dirty="0"/>
              <a:t> </a:t>
            </a:r>
            <a:r>
              <a:rPr lang="en-ID" i="1" dirty="0" err="1"/>
              <a:t>mengelola</a:t>
            </a:r>
            <a:r>
              <a:rPr lang="en-ID" i="1" dirty="0"/>
              <a:t> data </a:t>
            </a:r>
            <a:r>
              <a:rPr lang="en-ID" i="1" dirty="0" err="1"/>
              <a:t>transaksi</a:t>
            </a:r>
            <a:r>
              <a:rPr lang="en-ID" i="1" dirty="0"/>
              <a:t> yang </a:t>
            </a:r>
            <a:r>
              <a:rPr lang="en-ID" i="1" dirty="0" err="1"/>
              <a:t>padat</a:t>
            </a:r>
            <a:r>
              <a:rPr lang="en-ID" i="1" dirty="0"/>
              <a:t>."</a:t>
            </a:r>
            <a:endParaRPr lang="en-ID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148" y="319088"/>
            <a:ext cx="5111750" cy="1204912"/>
          </a:xfrm>
        </p:spPr>
        <p:txBody>
          <a:bodyPr>
            <a:normAutofit fontScale="90000"/>
          </a:bodyPr>
          <a:lstStyle/>
          <a:p>
            <a:r>
              <a:rPr lang="en-ID" b="1" dirty="0"/>
              <a:t>Performa Real-Time &amp; </a:t>
            </a:r>
            <a:r>
              <a:rPr lang="en-ID" b="1" dirty="0" err="1"/>
              <a:t>Kendali</a:t>
            </a:r>
            <a:r>
              <a:rPr lang="en-ID" b="1" dirty="0"/>
              <a:t> Data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2546" y="1651587"/>
            <a:ext cx="9073861" cy="35548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D" b="1" dirty="0" err="1"/>
              <a:t>Judul</a:t>
            </a:r>
            <a:r>
              <a:rPr lang="en-ID" b="1" dirty="0"/>
              <a:t> Utama: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Cerdas </a:t>
            </a:r>
            <a:r>
              <a:rPr lang="en-ID" dirty="0" err="1"/>
              <a:t>untuk</a:t>
            </a:r>
            <a:r>
              <a:rPr lang="en-ID" dirty="0"/>
              <a:t> Keputusan </a:t>
            </a:r>
            <a:r>
              <a:rPr lang="en-ID" dirty="0" err="1"/>
              <a:t>Cepat</a:t>
            </a:r>
            <a:endParaRPr lang="en-ID" dirty="0"/>
          </a:p>
          <a:p>
            <a:r>
              <a:rPr lang="en-ID" b="1" dirty="0"/>
              <a:t>Sub-</a:t>
            </a:r>
            <a:r>
              <a:rPr lang="en-ID" b="1" dirty="0" err="1"/>
              <a:t>judul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Pantau</a:t>
            </a:r>
            <a:r>
              <a:rPr lang="en-ID" dirty="0"/>
              <a:t> Performa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Satu </a:t>
            </a:r>
            <a:r>
              <a:rPr lang="en-ID" dirty="0" err="1"/>
              <a:t>Kedipan</a:t>
            </a:r>
            <a:r>
              <a:rPr lang="en-ID" dirty="0"/>
              <a:t> Mata</a:t>
            </a:r>
          </a:p>
          <a:p>
            <a:r>
              <a:rPr lang="en-ID" b="1" dirty="0" err="1"/>
              <a:t>Poin-Poin</a:t>
            </a:r>
            <a:r>
              <a:rPr lang="en-ID" b="1" dirty="0"/>
              <a:t> Utama:</a:t>
            </a:r>
            <a:endParaRPr lang="en-ID" dirty="0"/>
          </a:p>
          <a:p>
            <a:r>
              <a:rPr lang="en-ID" b="1" dirty="0"/>
              <a:t>Live Dashboard:</a:t>
            </a:r>
            <a:r>
              <a:rPr lang="en-ID" dirty="0"/>
              <a:t> Angka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stok</a:t>
            </a:r>
            <a:r>
              <a:rPr lang="en-ID" dirty="0"/>
              <a:t> </a:t>
            </a:r>
            <a:r>
              <a:rPr lang="en-ID" dirty="0" err="1"/>
              <a:t>mobil</a:t>
            </a:r>
            <a:r>
              <a:rPr lang="en-ID" dirty="0"/>
              <a:t>, dan database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diperbarui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database SQL.</a:t>
            </a:r>
          </a:p>
          <a:p>
            <a:r>
              <a:rPr lang="en-ID" b="1" dirty="0" err="1"/>
              <a:t>Integritas</a:t>
            </a:r>
            <a:r>
              <a:rPr lang="en-ID" b="1" dirty="0"/>
              <a:t> Data:</a:t>
            </a:r>
            <a:r>
              <a:rPr lang="en-ID" dirty="0"/>
              <a:t> Fitur Edit dan Hapus (CRUD) yang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proteksi</a:t>
            </a:r>
            <a:r>
              <a:rPr lang="en-ID" dirty="0"/>
              <a:t> </a:t>
            </a:r>
            <a:r>
              <a:rPr lang="en-ID" dirty="0" err="1"/>
              <a:t>sesi</a:t>
            </a:r>
            <a:r>
              <a:rPr lang="en-ID" dirty="0"/>
              <a:t> login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kerahasiaan</a:t>
            </a:r>
            <a:r>
              <a:rPr lang="en-ID" dirty="0"/>
              <a:t> data </a:t>
            </a:r>
            <a:r>
              <a:rPr lang="en-ID" dirty="0" err="1"/>
              <a:t>perusahaan</a:t>
            </a:r>
            <a:r>
              <a:rPr lang="en-ID" dirty="0"/>
              <a:t>.</a:t>
            </a:r>
          </a:p>
          <a:p>
            <a:r>
              <a:rPr lang="en-ID" b="1" dirty="0" err="1"/>
              <a:t>Skalabilitas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menampung</a:t>
            </a:r>
            <a:r>
              <a:rPr lang="en-ID" dirty="0"/>
              <a:t> </a:t>
            </a:r>
            <a:r>
              <a:rPr lang="en-ID" dirty="0" err="1"/>
              <a:t>ribuan</a:t>
            </a:r>
            <a:r>
              <a:rPr lang="en-ID" dirty="0"/>
              <a:t> data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mengorbankan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.</a:t>
            </a:r>
          </a:p>
          <a:p>
            <a:r>
              <a:rPr lang="en-ID" b="1" dirty="0"/>
              <a:t>Narasi </a:t>
            </a:r>
            <a:r>
              <a:rPr lang="en-ID" b="1" dirty="0" err="1"/>
              <a:t>Singkat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i="1" dirty="0"/>
              <a:t>"</a:t>
            </a:r>
            <a:r>
              <a:rPr lang="en-ID" i="1" dirty="0" err="1"/>
              <a:t>Keunggulan</a:t>
            </a:r>
            <a:r>
              <a:rPr lang="en-ID" i="1" dirty="0"/>
              <a:t> </a:t>
            </a:r>
            <a:r>
              <a:rPr lang="en-ID" i="1" dirty="0" err="1"/>
              <a:t>utama</a:t>
            </a:r>
            <a:r>
              <a:rPr lang="en-ID" i="1" dirty="0"/>
              <a:t> </a:t>
            </a:r>
            <a:r>
              <a:rPr lang="en-ID" i="1" dirty="0" err="1"/>
              <a:t>sistem</a:t>
            </a:r>
            <a:r>
              <a:rPr lang="en-ID" i="1" dirty="0"/>
              <a:t> </a:t>
            </a:r>
            <a:r>
              <a:rPr lang="en-ID" i="1" dirty="0" err="1"/>
              <a:t>ini</a:t>
            </a:r>
            <a:r>
              <a:rPr lang="en-ID" i="1" dirty="0"/>
              <a:t> </a:t>
            </a:r>
            <a:r>
              <a:rPr lang="en-ID" i="1" dirty="0" err="1"/>
              <a:t>adalah</a:t>
            </a:r>
            <a:r>
              <a:rPr lang="en-ID" i="1" dirty="0"/>
              <a:t> real-time analytics. Di </a:t>
            </a:r>
            <a:r>
              <a:rPr lang="en-ID" i="1" dirty="0" err="1"/>
              <a:t>halaman</a:t>
            </a:r>
            <a:r>
              <a:rPr lang="en-ID" i="1" dirty="0"/>
              <a:t> dashboard, </a:t>
            </a:r>
            <a:r>
              <a:rPr lang="en-ID" i="1" dirty="0" err="1"/>
              <a:t>kita</a:t>
            </a:r>
            <a:r>
              <a:rPr lang="en-ID" i="1" dirty="0"/>
              <a:t> </a:t>
            </a:r>
            <a:r>
              <a:rPr lang="en-ID" i="1" dirty="0" err="1"/>
              <a:t>bisa</a:t>
            </a:r>
            <a:r>
              <a:rPr lang="en-ID" i="1" dirty="0"/>
              <a:t> </a:t>
            </a:r>
            <a:r>
              <a:rPr lang="en-ID" i="1" dirty="0" err="1"/>
              <a:t>langsung</a:t>
            </a:r>
            <a:r>
              <a:rPr lang="en-ID" i="1" dirty="0"/>
              <a:t> </a:t>
            </a:r>
            <a:r>
              <a:rPr lang="en-ID" i="1" dirty="0" err="1"/>
              <a:t>melihat</a:t>
            </a:r>
            <a:r>
              <a:rPr lang="en-ID" i="1" dirty="0"/>
              <a:t> </a:t>
            </a:r>
            <a:r>
              <a:rPr lang="en-ID" i="1" dirty="0" err="1"/>
              <a:t>berapa</a:t>
            </a:r>
            <a:r>
              <a:rPr lang="en-ID" i="1" dirty="0"/>
              <a:t> unit yang </a:t>
            </a:r>
            <a:r>
              <a:rPr lang="en-ID" i="1" dirty="0" err="1"/>
              <a:t>terjual</a:t>
            </a:r>
            <a:r>
              <a:rPr lang="en-ID" i="1" dirty="0"/>
              <a:t> </a:t>
            </a:r>
            <a:r>
              <a:rPr lang="en-ID" i="1" dirty="0" err="1"/>
              <a:t>hari</a:t>
            </a:r>
            <a:r>
              <a:rPr lang="en-ID" i="1" dirty="0"/>
              <a:t> </a:t>
            </a:r>
            <a:r>
              <a:rPr lang="en-ID" i="1" dirty="0" err="1"/>
              <a:t>ini</a:t>
            </a:r>
            <a:r>
              <a:rPr lang="en-ID" i="1" dirty="0"/>
              <a:t> </a:t>
            </a:r>
            <a:r>
              <a:rPr lang="en-ID" i="1" dirty="0" err="1"/>
              <a:t>secara</a:t>
            </a:r>
            <a:r>
              <a:rPr lang="en-ID" i="1" dirty="0"/>
              <a:t> </a:t>
            </a:r>
            <a:r>
              <a:rPr lang="en-ID" i="1" dirty="0" err="1"/>
              <a:t>otomatis</a:t>
            </a:r>
            <a:r>
              <a:rPr lang="en-ID" i="1" dirty="0"/>
              <a:t>. </a:t>
            </a:r>
            <a:r>
              <a:rPr lang="en-ID" i="1" dirty="0" err="1"/>
              <a:t>Setiap</a:t>
            </a:r>
            <a:r>
              <a:rPr lang="en-ID" i="1" dirty="0"/>
              <a:t> kali </a:t>
            </a:r>
            <a:r>
              <a:rPr lang="en-ID" i="1" dirty="0" err="1"/>
              <a:t>transaksi</a:t>
            </a:r>
            <a:r>
              <a:rPr lang="en-ID" i="1" dirty="0"/>
              <a:t> </a:t>
            </a:r>
            <a:r>
              <a:rPr lang="en-ID" i="1" dirty="0" err="1"/>
              <a:t>baru</a:t>
            </a:r>
            <a:r>
              <a:rPr lang="en-ID" i="1" dirty="0"/>
              <a:t> </a:t>
            </a:r>
            <a:r>
              <a:rPr lang="en-ID" i="1" dirty="0" err="1"/>
              <a:t>disimpan</a:t>
            </a:r>
            <a:r>
              <a:rPr lang="en-ID" i="1" dirty="0"/>
              <a:t>, </a:t>
            </a:r>
            <a:r>
              <a:rPr lang="en-ID" i="1" dirty="0" err="1"/>
              <a:t>grafik</a:t>
            </a:r>
            <a:r>
              <a:rPr lang="en-ID" i="1" dirty="0"/>
              <a:t> dan </a:t>
            </a:r>
            <a:r>
              <a:rPr lang="en-ID" i="1" dirty="0" err="1"/>
              <a:t>angka</a:t>
            </a:r>
            <a:r>
              <a:rPr lang="en-ID" i="1" dirty="0"/>
              <a:t> </a:t>
            </a:r>
            <a:r>
              <a:rPr lang="en-ID" i="1" dirty="0" err="1"/>
              <a:t>statistik</a:t>
            </a:r>
            <a:r>
              <a:rPr lang="en-ID" i="1" dirty="0"/>
              <a:t> </a:t>
            </a:r>
            <a:r>
              <a:rPr lang="en-ID" i="1" dirty="0" err="1"/>
              <a:t>langsung</a:t>
            </a:r>
            <a:r>
              <a:rPr lang="en-ID" i="1" dirty="0"/>
              <a:t> </a:t>
            </a:r>
            <a:r>
              <a:rPr lang="en-ID" i="1" dirty="0" err="1"/>
              <a:t>diperbarui</a:t>
            </a:r>
            <a:r>
              <a:rPr lang="en-ID" i="1" dirty="0"/>
              <a:t>, </a:t>
            </a:r>
            <a:r>
              <a:rPr lang="en-ID" i="1" dirty="0" err="1"/>
              <a:t>memberikan</a:t>
            </a:r>
            <a:r>
              <a:rPr lang="en-ID" i="1" dirty="0"/>
              <a:t> </a:t>
            </a:r>
            <a:r>
              <a:rPr lang="en-ID" i="1" dirty="0" err="1"/>
              <a:t>kita</a:t>
            </a:r>
            <a:r>
              <a:rPr lang="en-ID" i="1" dirty="0"/>
              <a:t> data </a:t>
            </a:r>
            <a:r>
              <a:rPr lang="en-ID" i="1" dirty="0" err="1"/>
              <a:t>akurat</a:t>
            </a:r>
            <a:r>
              <a:rPr lang="en-ID" i="1" dirty="0"/>
              <a:t> </a:t>
            </a:r>
            <a:r>
              <a:rPr lang="en-ID" i="1" dirty="0" err="1"/>
              <a:t>untuk</a:t>
            </a:r>
            <a:r>
              <a:rPr lang="en-ID" i="1" dirty="0"/>
              <a:t> </a:t>
            </a:r>
            <a:r>
              <a:rPr lang="en-ID" i="1" dirty="0" err="1"/>
              <a:t>mengambil</a:t>
            </a:r>
            <a:r>
              <a:rPr lang="en-ID" i="1" dirty="0"/>
              <a:t> </a:t>
            </a:r>
            <a:r>
              <a:rPr lang="en-ID" i="1" dirty="0" err="1"/>
              <a:t>keputusan</a:t>
            </a:r>
            <a:r>
              <a:rPr lang="en-ID" i="1" dirty="0"/>
              <a:t> </a:t>
            </a:r>
            <a:r>
              <a:rPr lang="en-ID" i="1" dirty="0" err="1"/>
              <a:t>bisnis</a:t>
            </a:r>
            <a:r>
              <a:rPr lang="en-ID" i="1" dirty="0"/>
              <a:t> yang </a:t>
            </a:r>
            <a:r>
              <a:rPr lang="en-ID" i="1" dirty="0" err="1"/>
              <a:t>tepat</a:t>
            </a:r>
            <a:r>
              <a:rPr lang="en-ID" i="1" dirty="0"/>
              <a:t> </a:t>
            </a:r>
            <a:r>
              <a:rPr lang="en-ID" i="1" dirty="0" err="1"/>
              <a:t>sasaran</a:t>
            </a:r>
            <a:r>
              <a:rPr lang="en-ID" i="1" dirty="0"/>
              <a:t>."</a:t>
            </a:r>
            <a:endParaRPr lang="en-ID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140471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RAHMA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{13EA3101-AA21-4815-938B-05B522F590A5}TF1ed81438-95a7-4ae9-841d-43ea2c64f7fc8ae7ff09_win32-aa52a5bb69e3</Template>
  <TotalTime>14</TotalTime>
  <Words>289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Tenorite</vt:lpstr>
      <vt:lpstr>Monoline</vt:lpstr>
      <vt:lpstr>Car sales</vt:lpstr>
      <vt:lpstr>Car Sales Pro</vt:lpstr>
      <vt:lpstr>Performa Real-Time &amp; Kendali Data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smkib</dc:creator>
  <cp:lastModifiedBy>smkib</cp:lastModifiedBy>
  <cp:revision>1</cp:revision>
  <dcterms:created xsi:type="dcterms:W3CDTF">2026-04-14T06:38:37Z</dcterms:created>
  <dcterms:modified xsi:type="dcterms:W3CDTF">2026-04-14T06:53:10Z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